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FF0A0D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FF0A0D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FF0A0D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FF0A0D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FF0A0D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DA08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>
                <a:solidFill>
                  <a:srgbClr val="FF3200"/>
                </a:solidFill>
              </a:defRPr>
            </a:lvl1pPr>
            <a:lvl2pPr marL="790575" indent="-333375">
              <a:spcBef>
                <a:spcPts val="600"/>
              </a:spcBef>
              <a:defRPr sz="2800">
                <a:solidFill>
                  <a:srgbClr val="FF3200"/>
                </a:solidFill>
              </a:defRPr>
            </a:lvl2pPr>
            <a:lvl3pPr marL="1234438" indent="-320038">
              <a:spcBef>
                <a:spcPts val="600"/>
              </a:spcBef>
              <a:defRPr sz="2800">
                <a:solidFill>
                  <a:srgbClr val="FF3200"/>
                </a:solidFill>
              </a:defRPr>
            </a:lvl3pPr>
            <a:lvl4pPr marL="1727200" indent="-355600">
              <a:spcBef>
                <a:spcPts val="600"/>
              </a:spcBef>
              <a:defRPr sz="2800">
                <a:solidFill>
                  <a:srgbClr val="FF3200"/>
                </a:solidFill>
              </a:defRPr>
            </a:lvl4pPr>
            <a:lvl5pPr marL="2184400" indent="-355600">
              <a:spcBef>
                <a:spcPts val="600"/>
              </a:spcBef>
              <a:defRPr sz="2800">
                <a:solidFill>
                  <a:srgbClr val="FF32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DA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>
                <a:solidFill>
                  <a:srgbClr val="FF002F"/>
                </a:solidFill>
              </a:defRPr>
            </a:lvl1pPr>
            <a:lvl2pPr marL="0" indent="0">
              <a:spcBef>
                <a:spcPts val="500"/>
              </a:spcBef>
              <a:buSzTx/>
              <a:buFontTx/>
              <a:buNone/>
              <a:defRPr b="1" sz="2400">
                <a:solidFill>
                  <a:srgbClr val="FF002F"/>
                </a:solidFill>
              </a:defRPr>
            </a:lvl2pPr>
            <a:lvl3pPr marL="0" indent="0">
              <a:spcBef>
                <a:spcPts val="500"/>
              </a:spcBef>
              <a:buSzTx/>
              <a:buFontTx/>
              <a:buNone/>
              <a:defRPr b="1" sz="2400">
                <a:solidFill>
                  <a:srgbClr val="FF002F"/>
                </a:solidFill>
              </a:defRPr>
            </a:lvl3pPr>
            <a:lvl4pPr marL="0" indent="0">
              <a:spcBef>
                <a:spcPts val="500"/>
              </a:spcBef>
              <a:buSzTx/>
              <a:buFontTx/>
              <a:buNone/>
              <a:defRPr b="1" sz="2400">
                <a:solidFill>
                  <a:srgbClr val="FF002F"/>
                </a:solidFill>
              </a:defRPr>
            </a:lvl4pPr>
            <a:lvl5pPr marL="0" indent="0">
              <a:spcBef>
                <a:spcPts val="500"/>
              </a:spcBef>
              <a:buSzTx/>
              <a:buFontTx/>
              <a:buNone/>
              <a:defRPr b="1" sz="2400">
                <a:solidFill>
                  <a:srgbClr val="FF002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A130F"/>
                </a:solidFill>
              </a:defRPr>
            </a:lvl1pPr>
            <a:lvl2pPr>
              <a:defRPr>
                <a:solidFill>
                  <a:srgbClr val="BA130F"/>
                </a:solidFill>
              </a:defRPr>
            </a:lvl2pPr>
            <a:lvl3pPr>
              <a:defRPr>
                <a:solidFill>
                  <a:srgbClr val="BA130F"/>
                </a:solidFill>
              </a:defRPr>
            </a:lvl3pPr>
            <a:lvl4pPr>
              <a:defRPr>
                <a:solidFill>
                  <a:srgbClr val="BA130F"/>
                </a:solidFill>
              </a:defRPr>
            </a:lvl4pPr>
            <a:lvl5pPr>
              <a:defRPr>
                <a:solidFill>
                  <a:srgbClr val="BA130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>
                <a:solidFill>
                  <a:srgbClr val="000000"/>
                </a:solidFill>
              </a:defRPr>
            </a:lvl1pPr>
            <a:lvl2pPr marL="0" indent="0">
              <a:spcBef>
                <a:spcPts val="300"/>
              </a:spcBef>
              <a:buSzTx/>
              <a:buFontTx/>
              <a:buNone/>
              <a:defRPr sz="1400">
                <a:solidFill>
                  <a:srgbClr val="000000"/>
                </a:solidFill>
              </a:defRPr>
            </a:lvl2pPr>
            <a:lvl3pPr marL="0" indent="0">
              <a:spcBef>
                <a:spcPts val="300"/>
              </a:spcBef>
              <a:buSzTx/>
              <a:buFontTx/>
              <a:buNone/>
              <a:defRPr sz="1400">
                <a:solidFill>
                  <a:srgbClr val="000000"/>
                </a:solidFill>
              </a:defRPr>
            </a:lvl3pPr>
            <a:lvl4pPr marL="0" indent="0">
              <a:spcBef>
                <a:spcPts val="300"/>
              </a:spcBef>
              <a:buSzTx/>
              <a:buFontTx/>
              <a:buNone/>
              <a:defRPr sz="1400">
                <a:solidFill>
                  <a:srgbClr val="000000"/>
                </a:solidFill>
              </a:defRPr>
            </a:lvl4pPr>
            <a:lvl5pPr marL="0" indent="0">
              <a:spcBef>
                <a:spcPts val="300"/>
              </a:spcBef>
              <a:buSzTx/>
              <a:buFontTx/>
              <a:buNone/>
              <a:defRPr sz="14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E5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E5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E5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E5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E5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E5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E5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E5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E5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FF1A14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FF1A14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FF1A14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FF1A14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FF1A14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FF1A14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FF1A14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FF1A14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FF1A14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render.com" TargetMode="External"/><Relationship Id="rId3" Type="http://schemas.openxmlformats.org/officeDocument/2006/relationships/hyperlink" Target="http://github.com" TargetMode="External"/><Relationship Id="rId4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3" Type="http://schemas.openxmlformats.org/officeDocument/2006/relationships/image" Target="../media/image14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Shopping Website Project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ACB00"/>
                </a:solidFill>
              </a:defRPr>
            </a:lvl1pPr>
          </a:lstStyle>
          <a:p>
            <a:pPr/>
            <a:r>
              <a:t>Rock Mart - Your One-Stop Shop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EF0A"/>
                </a:solidFill>
              </a:defRPr>
            </a:lvl1pPr>
          </a:lstStyle>
          <a:p>
            <a:pPr/>
            <a:r>
              <a:t>Introduction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defRPr b="1">
                <a:solidFill>
                  <a:srgbClr val="FF0D1C"/>
                </a:solidFill>
              </a:defRPr>
            </a:pPr>
            <a:r>
              <a:t>Rock Mart is a shopping website designed to provide users with a seamless online shopping experience. </a:t>
            </a:r>
          </a:p>
          <a:p>
            <a:pPr>
              <a:defRPr b="1">
                <a:solidFill>
                  <a:srgbClr val="FF0D1C"/>
                </a:solidFill>
              </a:defRPr>
            </a:pPr>
            <a:r>
              <a:t>It offers a wide range of products with user-friendly navigation.</a:t>
            </a:r>
          </a:p>
        </p:txBody>
      </p:sp>
      <p:pic>
        <p:nvPicPr>
          <p:cNvPr id="99" name="Cover_picture.jpg" descr="Cover_picture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84100" y="4218173"/>
            <a:ext cx="3975800" cy="24622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dissolv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"/>
          <p:cNvSpPr txBox="1"/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B07"/>
                </a:solidFill>
              </a:defRPr>
            </a:lvl1pPr>
          </a:lstStyle>
          <a:p>
            <a:pPr/>
            <a:r>
              <a:t>Features</a:t>
            </a:r>
          </a:p>
        </p:txBody>
      </p:sp>
      <p:sp>
        <p:nvSpPr>
          <p:cNvPr id="102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defRPr b="1">
                <a:solidFill>
                  <a:srgbClr val="FF0025"/>
                </a:solidFill>
              </a:defRPr>
            </a:pPr>
            <a:r>
              <a:t>- User-friendly interface</a:t>
            </a:r>
          </a:p>
          <a:p>
            <a:pPr>
              <a:defRPr b="1">
                <a:solidFill>
                  <a:srgbClr val="FF0025"/>
                </a:solidFill>
              </a:defRPr>
            </a:pPr>
            <a:r>
              <a:t>- Secure payment gateway</a:t>
            </a:r>
          </a:p>
          <a:p>
            <a:pPr>
              <a:defRPr b="1">
                <a:solidFill>
                  <a:srgbClr val="FF0025"/>
                </a:solidFill>
              </a:defRPr>
            </a:pPr>
            <a:r>
              <a:t>- Product search and filtering</a:t>
            </a:r>
          </a:p>
          <a:p>
            <a:pPr>
              <a:defRPr b="1">
                <a:solidFill>
                  <a:srgbClr val="FF0025"/>
                </a:solidFill>
              </a:defRPr>
            </a:pPr>
            <a:r>
              <a:t>- Responsive design for all devices</a:t>
            </a:r>
          </a:p>
          <a:p>
            <a:pPr>
              <a:defRPr b="1">
                <a:solidFill>
                  <a:srgbClr val="FF0025"/>
                </a:solidFill>
              </a:defRPr>
            </a:pPr>
            <a:r>
              <a:t>- Wishlist and cart functionality</a:t>
            </a:r>
          </a:p>
          <a:p>
            <a:pPr>
              <a:defRPr b="1">
                <a:solidFill>
                  <a:srgbClr val="FF0025"/>
                </a:solidFill>
              </a:defRPr>
            </a:pPr>
            <a:r>
              <a:t>- Record the employ attendance by the online             image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dissolv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1"/>
          <p:cNvSpPr txBox="1"/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A3E"/>
                </a:solidFill>
              </a:defRPr>
            </a:lvl1pPr>
          </a:lstStyle>
          <a:p>
            <a:pPr/>
            <a:r>
              <a:t>Project Objective</a:t>
            </a:r>
          </a:p>
        </p:txBody>
      </p:sp>
      <p:sp>
        <p:nvSpPr>
          <p:cNvPr id="105" name="Content Placeholder 2"/>
          <p:cNvSpPr txBox="1"/>
          <p:nvPr>
            <p:ph type="body" idx="1"/>
          </p:nvPr>
        </p:nvSpPr>
        <p:spPr>
          <a:xfrm>
            <a:off x="457200" y="1166017"/>
            <a:ext cx="8229601" cy="4525966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Key Goals</a:t>
            </a:r>
          </a:p>
          <a:p>
            <a:pPr lvl="1" marL="742950" indent="-285750">
              <a:spcBef>
                <a:spcPts val="600"/>
              </a:spcBef>
              <a:defRPr b="1" sz="2800"/>
            </a:pPr>
            <a:r>
              <a:t>Simulate e-commerce features</a:t>
            </a:r>
          </a:p>
          <a:p>
            <a:pPr lvl="1" marL="742950" indent="-285750">
              <a:spcBef>
                <a:spcPts val="600"/>
              </a:spcBef>
              <a:defRPr b="1" sz="2800"/>
            </a:pPr>
            <a:r>
              <a:t>Enhance frontend UI/UX</a:t>
            </a:r>
          </a:p>
          <a:p>
            <a:pPr lvl="1" marL="742950" indent="-285750">
              <a:spcBef>
                <a:spcPts val="600"/>
              </a:spcBef>
              <a:defRPr b="1" sz="2800"/>
            </a:pPr>
            <a:r>
              <a:t>Interactive JS-based animations</a:t>
            </a:r>
          </a:p>
        </p:txBody>
      </p:sp>
      <p:pic>
        <p:nvPicPr>
          <p:cNvPr id="106" name="cheerful-d-boy-backpack-his-back-leaves-school-jumps-across-water-to-avtar-schoolboy-329290630-removebg-preview.png" descr="cheerful-d-boy-backpack-his-back-leaves-school-jumps-across-water-to-avtar-schoolboy-329290630-removebg-preview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04594" y="2308765"/>
            <a:ext cx="4917123" cy="49171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dissolv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 1"/>
          <p:cNvSpPr txBox="1"/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7FF19"/>
                </a:solidFill>
              </a:defRPr>
            </a:lvl1pPr>
          </a:lstStyle>
          <a:p>
            <a:pPr/>
            <a:r>
              <a:t>Technologies Used</a:t>
            </a:r>
          </a:p>
        </p:txBody>
      </p:sp>
      <p:sp>
        <p:nvSpPr>
          <p:cNvPr id="10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FF1A13"/>
                </a:solidFill>
              </a:defRPr>
            </a:pPr>
            <a:r>
              <a:t>-</a:t>
            </a:r>
            <a:r>
              <a:rPr>
                <a:solidFill>
                  <a:srgbClr val="FF1A14"/>
                </a:solidFill>
              </a:rPr>
              <a:t> </a:t>
            </a:r>
            <a:r>
              <a:t>HTML, CSS, JavaScript for frontend</a:t>
            </a:r>
          </a:p>
          <a:p>
            <a:pPr/>
            <a:r>
              <a:t>- Backend: Node.js or Python (Django/Flask)</a:t>
            </a:r>
          </a:p>
          <a:p>
            <a:pPr/>
            <a:r>
              <a:t>- Database: MongoDB</a:t>
            </a:r>
          </a:p>
          <a:p>
            <a:pPr/>
            <a:r>
              <a:t>- Hosting: AWS</a:t>
            </a:r>
          </a:p>
          <a:p>
            <a:pPr>
              <a:defRPr>
                <a:solidFill>
                  <a:srgbClr val="FF1A13"/>
                </a:solidFill>
              </a:defRPr>
            </a:pPr>
            <a:r>
              <a:t>- Deployment:</a:t>
            </a:r>
            <a:r>
              <a:rPr>
                <a:solidFill>
                  <a:srgbClr val="FF1A14"/>
                </a:solidFill>
              </a:rPr>
              <a:t>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render.com</a:t>
            </a:r>
          </a:p>
          <a:p>
            <a:pPr/>
            <a:r>
              <a:t>- Project Space: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github.com</a:t>
            </a:r>
          </a:p>
        </p:txBody>
      </p:sp>
      <p:pic>
        <p:nvPicPr>
          <p:cNvPr id="110" name="1693207368159-removebg-preview.png" descr="1693207368159-removebg-preview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467184" y="3661112"/>
            <a:ext cx="5750079" cy="32241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dissolv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1"/>
          <p:cNvSpPr txBox="1"/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FF01"/>
                </a:solidFill>
              </a:defRPr>
            </a:lvl1pPr>
          </a:lstStyle>
          <a:p>
            <a:pPr/>
            <a:r>
              <a:t>Project Structure</a:t>
            </a:r>
          </a:p>
        </p:txBody>
      </p:sp>
      <p:sp>
        <p:nvSpPr>
          <p:cNvPr id="113" name="Content Placeholder 2"/>
          <p:cNvSpPr txBox="1"/>
          <p:nvPr>
            <p:ph type="body" idx="1"/>
          </p:nvPr>
        </p:nvSpPr>
        <p:spPr>
          <a:xfrm>
            <a:off x="457200" y="1470496"/>
            <a:ext cx="8229601" cy="4525966"/>
          </a:xfrm>
          <a:prstGeom prst="rect">
            <a:avLst/>
          </a:prstGeom>
        </p:spPr>
        <p:txBody>
          <a:bodyPr/>
          <a:lstStyle/>
          <a:p>
            <a:pPr/>
            <a:r>
              <a:t>File Overview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HTML: index, cart, macbook, profile, delivery list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JS: index.js, indexprofile.js, mbcaart.js</a:t>
            </a:r>
          </a:p>
        </p:txBody>
      </p:sp>
      <p:pic>
        <p:nvPicPr>
          <p:cNvPr id="114" name="depositphotos_163294754-stock-photo-alogliptin-molecular-structure-isolated-on-removebg-preview.png" descr="depositphotos_163294754-stock-photo-alogliptin-molecular-structure-isolated-on-removebg-preview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1998" y="3440567"/>
            <a:ext cx="7620002" cy="33020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dissolv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itle 1"/>
          <p:cNvSpPr txBox="1"/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E900"/>
                </a:solidFill>
              </a:defRPr>
            </a:lvl1pPr>
          </a:lstStyle>
          <a:p>
            <a:pPr/>
            <a:r>
              <a:t>Homepage Features</a:t>
            </a:r>
          </a:p>
        </p:txBody>
      </p:sp>
      <p:sp>
        <p:nvSpPr>
          <p:cNvPr id="117" name="Content Placeholder 2"/>
          <p:cNvSpPr txBox="1"/>
          <p:nvPr>
            <p:ph type="body" idx="1"/>
          </p:nvPr>
        </p:nvSpPr>
        <p:spPr>
          <a:xfrm>
            <a:off x="457200" y="1500499"/>
            <a:ext cx="8229601" cy="4525965"/>
          </a:xfrm>
          <a:prstGeom prst="rect">
            <a:avLst/>
          </a:prstGeom>
        </p:spPr>
        <p:txBody>
          <a:bodyPr/>
          <a:lstStyle/>
          <a:p>
            <a:pPr/>
            <a:r>
              <a:t>Key Elements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Logo &amp; Navigation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Search Bar with Select Filter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Product Categories</a:t>
            </a:r>
          </a:p>
        </p:txBody>
      </p:sp>
      <p:pic>
        <p:nvPicPr>
          <p:cNvPr id="118" name="Screenshot 2025-06-04 at 7.07.18 PM.png" descr="Screenshot 2025-06-04 at 7.07.18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836" y="4027403"/>
            <a:ext cx="9034328" cy="23176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dissolv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le 1"/>
          <p:cNvSpPr txBox="1"/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pPr/>
            <a:r>
              <a:t>Navigation System</a:t>
            </a:r>
          </a:p>
        </p:txBody>
      </p:sp>
      <p:sp>
        <p:nvSpPr>
          <p:cNvPr id="121" name="Content Placeholder 2"/>
          <p:cNvSpPr txBox="1"/>
          <p:nvPr>
            <p:ph type="body" idx="1"/>
          </p:nvPr>
        </p:nvSpPr>
        <p:spPr>
          <a:xfrm>
            <a:off x="457199" y="1340795"/>
            <a:ext cx="8229601" cy="4525965"/>
          </a:xfrm>
          <a:prstGeom prst="rect">
            <a:avLst/>
          </a:prstGeom>
        </p:spPr>
        <p:txBody>
          <a:bodyPr/>
          <a:lstStyle/>
          <a:p>
            <a:pPr/>
            <a:r>
              <a:t>Custom Select &amp; Category Links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Dropdown selectors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Category-based browsing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Links to various sections</a:t>
            </a:r>
          </a:p>
        </p:txBody>
      </p:sp>
      <p:pic>
        <p:nvPicPr>
          <p:cNvPr id="122" name="jpg-removebg-preview.png" descr="jpg-removebg-preview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9652" y="3871619"/>
            <a:ext cx="4549737" cy="30364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dissolv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itle 1"/>
          <p:cNvSpPr txBox="1"/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pPr/>
            <a:r>
              <a:t>Product Carousel</a:t>
            </a:r>
          </a:p>
        </p:txBody>
      </p:sp>
      <p:sp>
        <p:nvSpPr>
          <p:cNvPr id="125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Slider Implementation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JS-based translateX animation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Prev/Next buttons for horizontal scroll</a:t>
            </a:r>
          </a:p>
        </p:txBody>
      </p:sp>
      <p:pic>
        <p:nvPicPr>
          <p:cNvPr id="126" name="Screenshot 2025-06-04 at 7.09.58 PM.png" descr="Screenshot 2025-06-04 at 7.09.58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41240" y="3524930"/>
            <a:ext cx="5828456" cy="31871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dissolv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/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pPr/>
            <a:r>
              <a:t>Cart Page</a:t>
            </a:r>
          </a:p>
        </p:txBody>
      </p:sp>
      <p:sp>
        <p:nvSpPr>
          <p:cNvPr id="12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Add &amp; Manage Products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Product summary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Price comparison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Apply coupon functionality</a:t>
            </a:r>
          </a:p>
        </p:txBody>
      </p:sp>
      <p:pic>
        <p:nvPicPr>
          <p:cNvPr id="130" name="Screenshot 2025-06-04 at 7.10.37 PM.png" descr="Screenshot 2025-06-04 at 7.10.3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982006" y="3800025"/>
            <a:ext cx="4765001" cy="28319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dissolv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itle 1"/>
          <p:cNvSpPr txBox="1"/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pPr/>
            <a:r>
              <a:t>Strengths of RockMart</a:t>
            </a:r>
          </a:p>
        </p:txBody>
      </p:sp>
      <p:sp>
        <p:nvSpPr>
          <p:cNvPr id="13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What Works Well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Modern layout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Category organization</a:t>
            </a:r>
          </a:p>
          <a:p>
            <a:pPr lvl="1" marL="742950" indent="-285750">
              <a:spcBef>
                <a:spcPts val="600"/>
              </a:spcBef>
              <a:defRPr sz="2800"/>
            </a:pPr>
            <a:r>
              <a:t>Interactive JS components</a:t>
            </a:r>
          </a:p>
        </p:txBody>
      </p:sp>
      <p:pic>
        <p:nvPicPr>
          <p:cNvPr id="134" name="BeFunky-collage-2024-02-19T175936.187.avif" descr="BeFunky-collage-2024-02-19T175936.187.av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65886" y="3794328"/>
            <a:ext cx="5212228" cy="291749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dissolv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1"/>
          <p:cNvSpPr txBox="1"/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>
            <a:lvl1pPr defTabSz="393191">
              <a:defRPr sz="3700">
                <a:solidFill>
                  <a:srgbClr val="FF1606"/>
                </a:solidFill>
              </a:defRPr>
            </a:lvl1pPr>
          </a:lstStyle>
          <a:p>
            <a:pPr/>
            <a:r>
              <a:t>Screenshot or description of the homepage layout.</a:t>
            </a:r>
          </a:p>
        </p:txBody>
      </p:sp>
      <p:pic>
        <p:nvPicPr>
          <p:cNvPr id="137" name="Screenshot 2025-04-24 at 11.20.36 AM.png" descr="Screenshot 2025-04-24 at 11.20.36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87523" y="1503517"/>
            <a:ext cx="8229601" cy="49450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dissolv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 1"/>
          <p:cNvSpPr txBox="1"/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>
            <a:lvl1pPr defTabSz="393191">
              <a:defRPr sz="3700">
                <a:solidFill>
                  <a:srgbClr val="FF0E2C"/>
                </a:solidFill>
              </a:defRPr>
            </a:lvl1pPr>
          </a:lstStyle>
          <a:p>
            <a:pPr/>
            <a:r>
              <a:t>Screenshot or description of the product page.</a:t>
            </a:r>
          </a:p>
        </p:txBody>
      </p:sp>
      <p:pic>
        <p:nvPicPr>
          <p:cNvPr id="140" name="Screenshot 2025-04-24 at 11.22.45 AM.png" descr="Screenshot 2025-04-24 at 11.22.45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34868" y="1450856"/>
            <a:ext cx="6594673" cy="519563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dissolv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itle 1"/>
          <p:cNvSpPr txBox="1"/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pPr/>
            <a:r>
              <a:t>Challenges Faced</a:t>
            </a:r>
          </a:p>
        </p:txBody>
      </p:sp>
      <p:sp>
        <p:nvSpPr>
          <p:cNvPr id="14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- Implementing secure payment integration</a:t>
            </a:r>
          </a:p>
          <a:p>
            <a:pPr/>
            <a:r>
              <a:t>- Optimizing website performance</a:t>
            </a:r>
          </a:p>
          <a:p>
            <a:pPr/>
            <a:r>
              <a:t>- Ensuring cross-browser compatibility</a:t>
            </a:r>
          </a:p>
          <a:p>
            <a:pPr/>
            <a:r>
              <a:t>- Managing database efficiently</a:t>
            </a:r>
          </a:p>
        </p:txBody>
      </p:sp>
      <p:pic>
        <p:nvPicPr>
          <p:cNvPr id="144" name="1647996072700.jpeg" descr="1647996072700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49408" y="3923472"/>
            <a:ext cx="4445184" cy="28582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dissolv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/>
          <p:cNvSpPr txBox="1"/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pPr/>
            <a:r>
              <a:t>Future Enhancements</a:t>
            </a:r>
          </a:p>
        </p:txBody>
      </p:sp>
      <p:sp>
        <p:nvSpPr>
          <p:cNvPr id="14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- Adding AI-based product recommendations</a:t>
            </a:r>
          </a:p>
          <a:p>
            <a:pPr/>
            <a:r>
              <a:t>- Expanding product categories</a:t>
            </a:r>
          </a:p>
          <a:p>
            <a:pPr/>
            <a:r>
              <a:t>- Implementing a mobile app</a:t>
            </a:r>
          </a:p>
          <a:p>
            <a:pPr/>
            <a:r>
              <a:t>- Enhancing user analytics</a:t>
            </a:r>
          </a:p>
          <a:p>
            <a:pPr/>
            <a:r>
              <a:t>- User can record family member Cloth Size          data for easy shoping</a:t>
            </a:r>
          </a:p>
        </p:txBody>
      </p:sp>
      <p:pic>
        <p:nvPicPr>
          <p:cNvPr id="148" name="Screenshot 2025-06-04 at 7.14.54 PM.png" descr="Screenshot 2025-06-04 at 7.14.54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3684" y="5434129"/>
            <a:ext cx="8836632" cy="6004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dissolv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Online Attendance Recorder"/>
          <p:cNvSpPr txBox="1"/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pPr/>
            <a:r>
              <a:t>Online Attendance Recorder</a:t>
            </a:r>
          </a:p>
        </p:txBody>
      </p:sp>
      <p:sp>
        <p:nvSpPr>
          <p:cNvPr id="151" name="OAR is the way to record the employ attendance by the online image clicker method for admin Security.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OAR is the way to record the employ attendance by the online image clicker method for admin Security.</a:t>
            </a:r>
          </a:p>
          <a:p>
            <a:pPr/>
            <a:r>
              <a:t>Prevent the Attendance Scam.</a:t>
            </a:r>
          </a:p>
          <a:p>
            <a:pPr/>
            <a:r>
              <a:t>Record the live image of the Employ.</a:t>
            </a:r>
          </a:p>
        </p:txBody>
      </p:sp>
      <p:pic>
        <p:nvPicPr>
          <p:cNvPr id="152" name="Screenshot 2025-06-04 at 7.16.48 PM.png" descr="Screenshot 2025-06-04 at 7.16.48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0286" y="4683302"/>
            <a:ext cx="8603428" cy="19242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dissolv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1"/>
          <p:cNvSpPr txBox="1"/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pPr/>
            <a:r>
              <a:t>Conclusion</a:t>
            </a:r>
          </a:p>
        </p:txBody>
      </p:sp>
      <p:sp>
        <p:nvSpPr>
          <p:cNvPr id="155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20841" indent="-320841">
              <a:buFontTx/>
            </a:lvl1pPr>
          </a:lstStyle>
          <a:p>
            <a:pPr/>
            <a:r>
              <a:t>Rock Mart aims to revolutionize online shopping by providing a user-friendly, secure, and feature-rich platform, secure employee  environment. </a:t>
            </a:r>
          </a:p>
        </p:txBody>
      </p:sp>
      <p:pic>
        <p:nvPicPr>
          <p:cNvPr id="156" name="105070456_m-1024x683.jpg" descr="105070456_m-1024x683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94068" y="3517543"/>
            <a:ext cx="4904584" cy="32713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dissolv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Members:"/>
          <p:cNvSpPr txBox="1"/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pPr/>
            <a:r>
              <a:t>Members:</a:t>
            </a:r>
          </a:p>
        </p:txBody>
      </p:sp>
      <p:sp>
        <p:nvSpPr>
          <p:cNvPr id="159" name="Project Manager: Sumit Kumar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427789" indent="-427789">
              <a:buFontTx/>
              <a:buAutoNum type="arabicPeriod" startAt="1"/>
            </a:pPr>
            <a:r>
              <a:t>Project Manager: Sumit Kumar</a:t>
            </a:r>
          </a:p>
          <a:p>
            <a:pPr marL="427789" indent="-427789">
              <a:buFontTx/>
              <a:buAutoNum type="arabicPeriod" startAt="1"/>
            </a:pPr>
            <a:r>
              <a:t>Editor: Swayam Prakash Mishra(Frontend-Backend-Director)</a:t>
            </a:r>
          </a:p>
          <a:p>
            <a:pPr marL="427789" indent="-427789">
              <a:buFontTx/>
              <a:buAutoNum type="arabicPeriod" startAt="1"/>
            </a:pPr>
            <a:r>
              <a:t> Coordinator: Sujal Prasad Gupta (Backend Specialist, MongoDB Incharge)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dissolv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itle 1"/>
          <p:cNvSpPr txBox="1"/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pPr/>
            <a:r>
              <a:t>Thank You</a:t>
            </a:r>
          </a:p>
        </p:txBody>
      </p:sp>
      <p:sp>
        <p:nvSpPr>
          <p:cNvPr id="162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Presented by: Sumit Kumar , Swayam Prakash Mishra, Sujal Prasad Gupta.</a:t>
            </a:r>
          </a:p>
        </p:txBody>
      </p:sp>
      <p:pic>
        <p:nvPicPr>
          <p:cNvPr id="163" name="360_F_921149026_QodtheDXpCqicusKAmClvDvwXyU4rkZa.jpg" descr="360_F_921149026_QodtheDXpCqicusKAmClvDvwXyU4rkZa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65362" y="3029844"/>
            <a:ext cx="5838601" cy="32688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dissolv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